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2336"/>
            <a:ext cx="128016" cy="128016"/>
          </a:xfrm>
          <a:prstGeom prst="ellipse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0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COSTON2  ·  EXTENSION 66283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85455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2026  ·  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 FINANCE  /  FLARE SUMMER SIGNAL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Sealed size.</a:t>
            </a:r>
            <a:endParaRPr lang="en-US" sz="5200" dirty="0"/>
          </a:p>
          <a:p>
            <a:pPr indent="0" marL="0">
              <a:buNone/>
            </a:pPr>
            <a:r>
              <a:rPr lang="en-US" sz="52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settlement.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confidential RFQ exchange for RWA issuers. Bids stay inside Flare Confidential Compute. One typed route clears on Coston2.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Flare judges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57150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5989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 +  Interoperable Assets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ISSUERS CANNOT USE A PUBLIC 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Block-sized RWA flow does not belong on an AMM.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3520440" cy="329184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Slippage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4672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redeem walks the pool. The last fill is not the first quote.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2194560"/>
            <a:ext cx="3520440" cy="329184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7992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Leaked intent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07992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resting order advertises inventory. The rest of the market trades first.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2194560"/>
            <a:ext cx="3520440" cy="329184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11312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settlement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11312" y="3520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handshake plus two transfers is not atomic. One side can walk.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 IN ONE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privately. Bid inside FCC. Settle once.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2651760" cy="23317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194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Issuer RFQ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pair, expiry. No public book.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057400"/>
            <a:ext cx="2651760" cy="23317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2194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38728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Sealed bids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38728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encrypt to three FCC machines.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057400"/>
            <a:ext cx="2651760" cy="23317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194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2-of-3 quorum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27648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submitFccResult unlocks the route hash.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15400" y="2057400"/>
            <a:ext cx="2651760" cy="23317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21945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16568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 fill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16568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executeSwapRoute + 50 bps fee.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user: RWA issuers and tokenized-fund managers who need block liquidity without advertising inventory. LPs quote sealed. Curators set eligibility.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is Katon. EIP-712 domain stays TrustRFQ / 1 so signed typehashes do not move.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GENERIC EVM 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settlement gate is a Flare primitive.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11064240" cy="8686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FCC 66283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1305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dispatchConfidential + 2-of-3 submitFccResult. Router will not fill without the quorum verifier.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11064240" cy="8686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27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FTSO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30906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FtsoRiskGuard requires a fresh snapshot (max age 256) before executeSwapRoute.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8686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87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FDC NAV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4050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NavProofRegistry wired to official Coston2 FDC verification 0x906507E0…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047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50109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manager 0x1a9C4A0f…. Three machines registered. FAsset adapters stay off until official addresses exist.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REPO 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desk, a blind relay, a matcher, and Cancun contracts.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5440680" cy="16459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677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flare-web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743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desk. Seven routes. Reads /runtime-config.js.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5440680" cy="16459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2677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flare-api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relay. Ciphertext only. Plaintext workflow disabled.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440680" cy="16459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fcc-matcher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handler inside the official FCC extension (RFQ / BID / MATCH).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840480"/>
            <a:ext cx="5440680" cy="164592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5720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settlement, sender, FTSO guard, FDC NAV, facility.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COSTON2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DEPLOYED. NOT MAINNET.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FCC path judges should open.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RFQRouter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1920240"/>
            <a:ext cx="8778240" cy="5943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920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0xb136b8a143bF358Ae7976ED558BBB054fd13faE9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FCC sender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633472"/>
            <a:ext cx="8778240" cy="5943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6334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0x55aA4F400f3819498eD4Cbe120839E609f0897F3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34670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3346704"/>
            <a:ext cx="8778240" cy="5943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34670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0x6dc51b3ef4eea9d7b0609381491e00abf3720674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34640" y="4059936"/>
            <a:ext cx="8778240" cy="5943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05993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66283   ·   quorum 2 of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77316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tx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4773168"/>
            <a:ext cx="8778240" cy="5943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773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0x927fc6be…   ·   block 34063162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 MINUTES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click. What not to infer.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5440680" cy="38404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26060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Open katon-azure.vercel.app. MetaMask → Coston2.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Walk /swap, /auctions, /standing-bids, /facility.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Read /runtime-config.js — unbundled addresses.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6634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Open the swap tx on coston2-explorer.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40680" cy="384048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6060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Hosted demo is the SPA only.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Full auction loop needs local flare-api.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46520" y="3977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Browser Sign-and-submit is the demo-router path.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46634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Live FCC settle is script-signed, then displayed.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STELLAR DESK  →  FLARE PROTOCOL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Ported the RFQ idea. Rebuilt settlement on Flare.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305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1305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TrustRFQ on Stellar: off-chain RFQ thread, dual-signed Soroban fill.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11064240" cy="0"/>
          </a:xfrm>
          <a:prstGeom prst="line">
            <a:avLst/>
          </a:prstGeom>
          <a:noFill/>
          <a:ln w="9525">
            <a:solidFill>
              <a:srgbClr val="2A3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09067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Cancun router, settlement, FCC sender, FTSO guard, FDC NAV, facility.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0"/>
          </a:xfrm>
          <a:prstGeom prst="line">
            <a:avLst/>
          </a:prstGeom>
          <a:noFill/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507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FCC matcher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405079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handler in the official extension. Live 2-of-3 on extension 66283.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9525">
            <a:solidFill>
              <a:srgbClr val="2A32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10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501091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/ LP / curator UI plus a relay that never stores plaintext bids.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ONLY WHAT THE CHAIN SHOWS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Protocol-complete on Coston2. Not production.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5440680" cy="37947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router + sender on Coston2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383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66283, three machines, quorum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executeSwapRoute after FCC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7548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FTSO guard + FDC NAV wiring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2011680"/>
            <a:ext cx="5440680" cy="379476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CLAIMED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26974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Space / hardware attestation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3383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Browser-signed confidential fill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venue / FAsset addresses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7548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pilots, Songbird, mainnet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KATON_FINANCE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FLARE_SUMMER_SIGNAL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28255" y="320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5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THE HACKATHON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Attest the TEEs. Sign from the wallet. Find one issuer.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2651760" cy="274320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Confidential Space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SIMULATED_TEE=true with hardware attestation.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057400"/>
            <a:ext cx="2651760" cy="274320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38728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settle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38728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MetaMask-signed executeSwapRoute from the dApp.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057400"/>
            <a:ext cx="2651760" cy="274320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27648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Venues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27648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official Coston2 / FAsset adapters when addresses exist.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15400" y="2057400"/>
            <a:ext cx="2651760" cy="2743200"/>
          </a:xfrm>
          <a:prstGeom prst="rect">
            <a:avLst/>
          </a:prstGeom>
          <a:solidFill>
            <a:srgbClr val="141C19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656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16568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→ mainnet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16568" y="338328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issuer desk, then Songbird, then Flare Mainnet.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katon-azure.vercel.app     ·     github.com/mangekyou-labs/katon     ·     Coston2     ·     Not audited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Katon Finance — Flare Summer Signal</dc:title>
  <dc:subject>Confidential RFQ exchange for RWA issuers on Flare</dc:subject>
  <dc:creator>Katon Finance</dc:creator>
  <cp:lastModifiedBy>Katon Finance</cp:lastModifiedBy>
  <cp:revision>1</cp:revision>
  <dcterms:created xsi:type="dcterms:W3CDTF">2026-08-14T18:45:37Z</dcterms:created>
  <dcterms:modified xsi:type="dcterms:W3CDTF">2026-08-14T18:45:37Z</dcterms:modified>
</cp:coreProperties>
</file>